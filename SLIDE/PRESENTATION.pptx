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Hệ thống Quản lý Ra đề &amp; Chấm thi - Thuyết trình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← Trước</a:t>
            </a:r>
          </a:p>
          <a:p>
            <a:pPr lvl="0" indent="0" marL="0">
              <a:buNone/>
            </a:pPr>
            <a:r>
              <a:rPr/>
              <a:t>1 / 17</a:t>
            </a:r>
          </a:p>
          <a:p>
            <a:pPr lvl="0" indent="0" marL="0">
              <a:buNone/>
            </a:pPr>
            <a:r>
              <a:rPr/>
              <a:t>Arrow keys (←→) or Click</a:t>
            </a:r>
          </a:p>
          <a:p>
            <a:pPr lvl="0" indent="0" marL="0">
              <a:buNone/>
            </a:pPr>
            <a:r>
              <a:rPr/>
              <a:t>Tiếp →</a:t>
            </a:r>
          </a:p>
          <a:p>
            <a:pPr lvl="0" indent="0" marL="0">
              <a:buNone/>
            </a:pPr>
            <a:r>
              <a:rPr/>
              <a:t>⛶ Fullscreen</a:t>
            </a:r>
          </a:p>
          <a:p>
            <a:pPr lvl="0" indent="0" marL="0">
              <a:buNone/>
            </a:pPr>
            <a:r>
              <a:rPr/>
              <a:t>← → Điều hướng | Space Tiếp | F Fullscreen | ? Trợ giúp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Ra đề &amp; Chấm thi - Thuyết trình</dc:title>
  <dc:creator/>
  <cp:keywords/>
  <dcterms:created xsi:type="dcterms:W3CDTF">2026-05-17T08:42:27Z</dcterms:created>
  <dcterms:modified xsi:type="dcterms:W3CDTF">2026-05-17T08:42:27Z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