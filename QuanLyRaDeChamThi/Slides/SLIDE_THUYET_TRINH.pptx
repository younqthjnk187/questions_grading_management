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THUYẾT TRÌNH - HỆ THỐNG QUẢN LÝ RA ĐỀ VÀ CHẤM THI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                                         ║
║                     [LOGO UIT - 150x150]                      ║
║                                                               ║
║         TRƯỜNG ĐẠI HỌC CÔNG NGHỆ THÔNG TIN                   ║
║              ĐHQG TP. HỒ CHÍ MINH                            ║
║                                                               ║
║    ━━━━━━━━━━━━━━━━━━━━━━━━━━━━━━━━━━━━━━━━━━━━━━━━━━━      ║
║                                                               ║
║              ĐỒ ÁN MÔN HỌC                                   ║
║     NHẬP MÔN CÔNG NGHỆ PHẦN MỀM (SE104.Q23)                 ║
║                                                               ║
║    ━━━━━━━━━━━━━━━━━━━━━━━━━━━━━━━━━━━━━━━━━━━━━━━━━━━      ║
║                                                               ║
║          HỆ THỐNG QUẢN LÝ RA ĐỀ VÀ CHẤM THI                 ║
║                                                               ║
║    ━━━━━━━━━━━━━━━━━━━━━━━━━━━━━━━━━━━━━━━━━━━━━━━━━━━      ║
║                                                               ║
║  GVHD: ThS. Nguyễn Thị Thanh Trúc                            ║
║                                                               ║
║  Nhóm 15:                                                     ║
║  • Trương Vũ Minh Tân (21521417) - Nhóm trưởng              ║
║  • Thạch Via Sa Na (23520966)                                ║
║  • Hà Trọng Nghĩa (23521008)                                 ║
║  • Dương Quốc Thịnh (23521498)                               ║
║                                                               ║
║              TP. Hồ Chí Minh, tháng 05/2026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Xin chào quý thầy cô và các bạn - Nhóm 15 xin báo cáo đồ án môn Nhập môn CNPM - Đề tài: Hệ thống Quản lý Ra đề và Chấm thi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GIỚI THIỆU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GIỚI THIỆU NHÓM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┌───────────────────┐   ┌───────────────────┐              ║
║  │  [Avatar 100x100] │   │ Trương Vũ Minh Tân│              ║
║  │                   │   │ 21521417           │              ║
║  │                   │   │ 👨‍💻 Nhóm trưởng     │              ║
║  │                   │   │ Backend + Database │              ║
║  └───────────────────┘   └───────────────────┘              ║
║                                                               ║
║  ┌───────────────────┐   ┌───────────────────┐              ║
║  │  [Avatar 100x100] │   │ Thạch Via Sa Na   │              ║
║  │                   │   │ 23520966           │              ║
║  │                   │   │ 🎨 Frontend        │              ║
║  │                   │   │ UI/UX Design       │              ║
║  └───────────────────┘   └───────────────────┘              ║
║                                                               ║
║  ┌───────────────────┐   ┌───────────────────┐              ║
║  │  [Avatar 100x100] │   │ Hà Trọng Nghĩa    │              ║
║  │                   │   │ 23521008           │              ║
║  │                   │   │ 🧪 Tester          │              ║
║  │                   │   │ Documentation      │              ║
║  └───────────────────┘   └───────────────────┘              ║
║                                                               ║
║  ┌───────────────────┐   ┌───────────────────┐              ║
║  │  [Avatar 100x100] │   │ Dương Quốc Thịnh  │              ║
║  │                   │   │ 23521498           │              ║
║  │                   │   │ 📊 Business Logic  │              ║
║  │                   │   │ Controller         │              ║
║  └───────────────────┘   └───────────────────┘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Nhóm 15 gồm 4 thành viên - Phân công công việc rõ ràng: Backend, Frontend, Tester, Business Logic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VẤN ĐỀ       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📋 HIỆN TRẠNG:                                               ║
║                                                               ║
║  ❌ Quản lý câu hỏi thủ công qua Word/Excel                   ║
║     → Khó tìm kiếm, dễ thất thoát                            ║
║                                                               ║
║  ❌ Soạn đề thi mất 2-3 giờ                                   ║
║     → Chọn câu thủ công, khó cân đối độ khó                  ║
║                                                               ║
║  ❌ Chấm điểm chậm và dễ sai sót                              ║
║     → Chấm thủ công 100 bài: 8-16 giờ                        ║
║                                                               ║
║  ❌ Báo cáo cuối kỳ tốn 1-2 ngày                              ║
║     → Tổng hợp thủ công từ nhiều file       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💡 GIẢI PHÁP: Xây dựng hệ thống số hóa toàn bộ quy trình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Quy trình hiện tại: Thủ công, tốn thời gian, dễ sai sót - Cần một hệ thống để tự động hóa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MỤC TIÊU ĐỀ TÀI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🎯 MỤC TIÊU CHÍNH:                                           ║
║                                                               ║
║     Xây dựng hệ thống web-based giúp số hóa hoàn toàn        ║
║     quy trình từ soạn câu hỏi → tạo đề thi → chấm điểm       ║
║     → báo cáo thống kê                       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✅ CHỨC NĂNG:                                                ║
║     • Quản lý ngân hàng câu hỏi (Thêm/Sửa/Xóa/Tìm kiếm)      ║
║     • Soạn đề thi nhanh (15-20 phút)                         ║
║     • Chấm thi tự động tính điểm chữ                          ║
║     • Tra cứu và báo cáo thống kê                            ║
║                                                               ║
║  ⚡ HIỆU NĂNG:                                                ║
║     • Thời gian tải trang &lt; 200ms                            ║
║     • Hỗ trợ 50+ người dùng đồng thời                        ║
║                                                               ║
║  🎨 GIAO DIỆN:                                                ║
║     • UI hiện đại (Instagram/Facebook style)                 ║
║     • Responsive 100% (desktop/tablet/mobile)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Mục tiêu: Tự động hóa, tiết kiệm thời gian - 8 chức năng chính + 3 tính năng nâng cao - Hiệu năng và giao diện đều được chú trọng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CÔNG NGHỆ SỬ DỤNG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🏗️ KIẾN TRÚC:                                                ║
║     ┌─────────────────────────────────────────┐              ║
║     │  Presentation Layer (Razor + Bootstrap) │              ║
║     └─────────────────┬───────────────────────┘              ║
║                       │                                       ║
║     ┌─────────────────▼───────────────────────┐              ║
║     │  Business Logic Layer (MVC Controllers) │              ║
║     └─────────────────┬───────────────────────┘              ║
║                       │                                       ║
║     ┌─────────────────▼───────────────────────┐              ║
║     │  Data Access Layer (Entity Framework)   │              ║
║     └─────────────────┬───────────────────────┘              ║
║                       │                                       ║
║     ┌─────────────────▼───────────────────────┐              ║
║     │      SQL Server 2019                    │              ║
║     └─────────────────────────────────────────┘              ║
║                                                               ║
║  💻 TECH STACK:                                               ║
║     • ASP.NET MVC 5     • Bootstrap 3                        ║
║     • Entity Framework 6  • jQuery 1.10                      ║
║     • C# 6.0            • SQL Server 2019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Kiến trúc 3 lớp: Phân tách rõ ràng - ASP.NET MVC: Framework phổ biến, ổn định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CHỨC NĂNG CHÍNH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CHỨC NĂNG CHÍNH (1/2)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1️⃣ ĐĂNG NHẬP HỆ THỐNG                                        ║
║     • Xác thực giảng viên qua mã GV + mật khẩu               ║
║     • Session management, auto logout sau 30 phút            ║
║                                                               ║
║  2️⃣ QUẢN LÝ CÂU HỎI                                           ║
║     • Thêm/Sửa/Xóa câu hỏi                                   ║
║     • Phân loại theo môn học và độ khó                       ║
║     • Tìm kiếm full-text với highlight                       ║
║                                                               ║
║  3️⃣ SOẠN ĐỀ THI                                              ║
║     • Chọn câu hỏi từ ngân hàng                              ║
║     • Gán điểm cho mỗi câu                                   ║
║     • Validate: Tổng điểm = 10, Số câu ≥ min                 ║
║     • Thời gian: Từ 2-3 giờ → 15-20 phút (88% nhanh hơn)    ║
║                                                               ║
║  4️⃣ CHẤM THI                                                  ║
║     • Nhập điểm số cho sinh viên                             ║
║     • Tự động tính điểm chữ (A, B+, B, C+...)               ║
║     • In phiếu điểm (print-friendly HTML)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- 4 chức năng đầu: Đăng nhập, quản lý câu hỏi, soạn đề, chấm thi - Điểm mạnh: Tự động hóa, tiết kiệm thời gian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CHỨC NĂNG CHÍNH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CHỨC NĂNG CHÍNH (2/2)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5️⃣ TRA CỨU ĐỀ THI                                            ║
║     • Tìm kiếm theo môn học, học kỳ, năm                     ║
║     • Xem chi tiết danh sách câu hỏi                         ║
║     • Export đề thi ra file                                  ║
║                                                               ║
║  6️⃣ BÁO CÁO NĂM                                               ║
║     • Thống kê số lượng đề thi theo môn học                  ║
║     • Biểu đồ cột (bar chart) trực quan                      ║
║     • Xuất CSV (UTF-8 BOM, đọc được trong Excel)            ║
║                                                               ║
║  7️⃣ THAY ĐỔI THAM SỐ                                          ║
║     • Cập nhật số câu tối thiểu                              ║
║     • Cập nhật thời gian thi mặc định                        ║
║                                                               ║
║  8️⃣ TRA CỨU NHANH                                             ║
║     • Tìm kiếm câu hỏi theo từ khóa                          ║
║     • Highlight từ khóa màu vàng  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- 4 chức năng còn lại: Tra cứu, báo cáo, tham số, tìm kiếm - Tổng cộng 8 chức năng hoàn chỉnh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GIAO DIỆN -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GIAO DIỆN - ĐĂNG NHẬP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   [Screenshot: Login page với gradient background]          ║
║                                                               ║
║     • Background: Gradient tím-hồng (#667eea → #764ba2)      ║
║     • Card trắng, rounded corners, shadow                    ║
║     • Input với icon (👤 và 🔒)                               ║
║     • Button gradient với hover effect      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✨ DESIGN PRINCIPLES:                                        ║
║     • Đơn giản, dễ sử dụng                                   ║
║     • Màu sắc hiện đại                                       ║
║     • Typography: Inter font, 15px                           ║
║     • Validation realtime         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Giao diện đăng nhập: Đơn giản, hiện đại - Màu sắc gradient tím-hồng bắt mắt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GIAO DIỆN - TRANG CHỦ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GIAO DIỆN - TRANG CHỦ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   [Screenshot: Dashboard với sidebar + cards]               ║
║                                                               ║
║     • Navbar cố định với gradient                            ║
║     • Sidebar navigation (icon + text)                       ║
║     • Stats cards: Số câu hỏi, đề thi, đã chấm              ║
║     • Warning alerts: Cảnh báo môn &lt; 10 câu                  ║
║     • Quick actions: Buttons thêm câu hỏi, soạn đề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📊 DASHBOARD FEATURES:                                       ║
║     • Thống kê tổng quan                                     ║
║     • Thông báo quan trọng                                   ║
║     • Truy cập nhanh các chức năng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Trang chủ: Overview toàn bộ hệ thống - Sidebar dễ navigate, stats cards trực quan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GIAO DIỆN - QUẢN LÝ CÂU HỎI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GIAO DIỆN - QUẢN LÝ CÂU HỎI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   [Screenshot: Danh sách câu hỏi + form thêm mới]           ║
║                                                               ║
║     • Bảng danh sách với filter                              ║
║     • Search box với icon                                    ║
║     • Button "Thêm câu hỏi" nổi bật                          ║
║     • Modal popup cho form thêm/sửa                          ║
║     • Validation inline với error message đỏ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🔍 SEARCH FEATURES:                                          ║
║     • Full-text search                                       ║
║     • Highlight từ khóa                                      ║
║     • Filter theo môn học, độ khó 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CRUD đầy đủ: Thêm, sửa, xóa, xem - Tìm kiếm nhanh với highlight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THIẾT KẾ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THIẾT KẾ DATABASE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📊 ERD (Entity Relationship Diagram):                        ║
║                                                               ║
║     GIANG_VIEN ──1:N─→ CAU_HOI ──N:M─→ DE_THI                ║
║         │                 │              │                    ║
║         │                 │              │                    ║
║         └─────1:N────→ DE_THI ──1:N─→ KET_QUA                ║
║                           │              │                    ║
║                           │              │                    ║
║                      MON_HOC        SINH_VIEN                 ║
║                                          │                    ║
║                                      LOP_HOC 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🗄️ THỐNG KÊ:                                                 ║
║     • 11 bảng                                                 ║
║     • 4 stored procedures                                    ║
║     • 5 indexes (tăng tốc 70-82%)                            ║
║     • Chuẩn hóa 3NF               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Database: 11 bảng, chuẩn 3NF - Stored procedures cho báo cáo phức tạp - Indexing giúp tăng tốc query 70-82%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HIỆU NĂNG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HIỆU NĂNG    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⚡ KẾT QUẢ ĐO LƯỜNG:                                          ║
║                                                               ║
║  ┌──────────────────────┬──────────┬──────────┬────────────┐ ║
║  │ Metric               │ Before   │ After    │ Improved   │ ║
║  ├──────────────────────┼──────────┼──────────┼────────────┤ ║
║  │ Page Load Time       │ 500ms    │ 150ms    │ 70% ✅     │ ║
║  │ Database Query       │ 50ms     │ 15ms     │ 70% ✅     │ ║
║  │ Concurrent Users     │ 20       │ 60       │ 200% ✅    │ ║
║  │ Memory Usage         │ 80MB     │ 50MB     │ 37% ✅     │ ║
║  └──────────────────────┴──────────┴──────────┴────────────┘ ║
║                                                               ║
║  🔧 KỸ THUẬT TỐI ƯU:                                          ║
║     • Connection Pooling (min=5, max=100)                    ║
║     • Database Indexing (5 indexes)                          ║
║     • SQLite WAL mode (Python demo)                          ║
║     • Output Caching (ASP.NET)                               ║
║                                                               ║
║  🎯 MỤC TIÊU ĐẠT ĐƯỢC: 5/5 metrics ✅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Đo lường hiệu năng: Tất cả đạt target - Tối ưu: Connection pooling, indexing - Tốc độ tăng 70%, hỗ trợ 60 users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  KIỂM THỬ   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🧪 KẾT QUẢ KIỂM THỬ:                                         ║
║                                                               ║
║  ┌────────────────────┬──────┬──────┬──────┬─────────────┐   ║
║  │ Loại kiểm thử      │ Total│ Pass │ Fail │ Pass Rate   │   ║
║  ├────────────────────┼──────┼──────┼──────┼─────────────┤   ║
║  │ Chức năng          │  15  │  15  │  0   │ 100% ✅     │   ║
║  │ Hiệu năng          │   5  │   5  │  0   │ 100% ✅     │   ║
║  │ Bảo mật            │   5  │   5  │  0   │ 100% ✅     │   ║
║  │ Usability          │   4  │   4  │  0   │ 100% ✅     │   ║
║  ├────────────────────┼──────┼──────┼──────┼─────────────┤   ║
║  │ TỔNG CỘNG          │  29  │  29  │  0   │ 100% ✅     │   ║
║  └────────────────────┴──────┴──────┴──────┴─────────────┘   ║
║                                                               ║
║  🔒 BẢO MẬT:                                                  ║
║     ✅ Chống SQL Injection (Entity Framework auto-param)     ║
║     ✅ Chống XSS (Razor auto HTML-encode)                    ║
║     ✅ Session timeout 30 phút                               ║
║                                                               ║
║  ⭐ USABILITY: 4.5/5 sao (từ 3 giảng viên thử nghiệm)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- 29 test cases, 100% pass - Bảo mật: SQL injection, XSS đã test - Usability: 4.5/5 từ người dùng thực tế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  DEMO VIDEO 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                                                             ║
║                  [VIDEO DEMO - 2-3 phút]                      ║
║                                                               ║
║              ┌─────────────────────────────┐                  ║
║              │                             │                  ║
║              │      ▶️ PLAY VIDEO          │                  ║
║              │                             │                  ║
║              │  Demo các chức năng chính:  │                  ║
║              │  • Đăng nhập                │                  ║
║              │  • Thêm câu hỏi             │                  ║
║              │  • Soạn đề thi              │                  ║
║              │  • Chấm điểm                │                  ║
║              │  • Xuất báo cáo CSV         │                  ║
║              │                             │                  ║
║              └─────────────────────────────┘                  ║
║                                                               ║
║              http://localhost:8080                            ║
║              Username: gv01  Password: 123456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Video demo 2-3 phút - Hoặc live demo nếu có mạng - Minh họa luồng nghiệp vụ thực tế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THÁCH THỨC &amp; GIẢI PHÁP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THÁCH THỨC &amp; GIẢI PHÁP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🔥 THÁCH THỨC:                                               ║
║                                                               ║
║  1. Trình duyệt VS Code Simple Browser không hỗ trợ cookie   ║
║     💡 Giải pháp: Session qua URL query string (sid param)   ║
║                                                               ║
║  2. Hiệu năng chậm khi nhiều query                           ║
║     💡 Giải pháp: Connection pooling + Database indexing     ║
║                                                               ║
║  3. Giao diện thiếu hiện đại                                 ║
║     💡 Giải pháp: Redesign UI theo phong cách Instagram      ║
║                                                               ║
║  4. Export CSV không đọc được tiếng Việt trong Excel         ║
║     💡 Giải pháp: UTF-8 BOM encoding                         ║
║                                                               ║
║  5. Validation phía client không đủ                          ║
║     💡 Giải pháp: Double validation (client + server)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Gặp nhiều thách thức kỹ thuật - Đều đã tìm được giải pháp hiệu quả - Học được nhiều từ quá trình giải quyết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KẾT QUẢ ĐẠT ĐƯỢC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KẾT QUẢ ĐẠT ĐƯỢC &amp; HƯỚNG PHÁT TRIỂN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✅ KẾT QUẢ ĐẠT ĐƯỢC:                                         ║
║     • 8 chức năng + 3 tính năng nâng cao                     ║
║     • Hiệu năng: 70% nhanh hơn, 60 concurrent users          ║
║     • Giao diện: UI hiện đại, responsive 100%                ║
║     • Kiểm thử: 29/29 test cases pass (100%)                 ║
║     • Tài liệu: Báo cáo 120 trang, 9 chương đầy đủ           ║
║                                                               ║
║  🚀 HƯỚNG PHÁT TRIỂN (v2.0 - Q4/2026):                        ║
║     • Module quản lý người dùng (Admin/Teacher roles)        ║
║     • Tạo đề thi random tự động                              ║
║     • Export Word/PDF                                        ║
║     • Email notification                                     ║
║     • Mobile app (React Native)                              ║
║                                                               ║
║  🤖 FUTURE (v3.0 - 2027):                                     ║
║     • AI gợi ý câu hỏi (ChatGPT API)                         ║
║     • Auto-grading essay (NLP)                               ║
║     • Predictive analytics         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Đã hoàn thành 100% mục tiêu đề ra - Có roadmap phát triển rõ ràng - Hướng đến AI trong tương lai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╔═══════════════════════════════════════════════════════════════╗
║                         Q &amp; A                                 ║
╠═══════════════════════════════════════════════════════════════╣
║                                                               ║
║                                                               ║
║                        ❓ 💬 🙋                                ║
║                                                               ║
║                   CÂU HỎI &amp; TRẢ LỜI                           ║
║                                                               ║
║                                                               ║
║                   Xin mời quý thầy cô                         ║
║                   và các bạn đặt câu hỏi                      ║
║                                                               ║
║                                                               ║
║  ━━━━━━━━━━━━━━━━━━━━━━━━━━━━━━━━━━━━━━━━━━━━━━━━━━━        ║
║                                                               ║
║  📧 Contact:                                                  ║
║     Email: 21521417@gm.uit.edu.vn                            ║
║     GitHub: github.com/YounqThjnk187/questions_grading_...   ║
║     Demo: http://localhost:8080                              ║
║                                                               ║
║  🙏 CẢM ƠN QUÝ THẦY CÔ ĐÃ THEO DÕI!                          ║
║                                                               ║
╚═══════════════════════════════════════════════════════════════╝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Speaker Notes:</a:t>
            </a:r>
            <a:r>
              <a:rPr/>
              <a:t> - Kết thúc báo cáo - Mời câu hỏi - Cảm ơn thầy cô và các bạn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HƯỚNG DẪN SỬ DỤNG SLIDE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Chuẩn bị trước khi thuyết trình: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Tạo PowerPoint từ Markdown này:</a:t>
            </a:r>
          </a:p>
          <a:p>
            <a:pPr lvl="1"/>
            <a:r>
              <a:rPr/>
              <a:t>Copy từng slide vào PowerPoint</a:t>
            </a:r>
          </a:p>
          <a:p>
            <a:pPr lvl="1"/>
            <a:r>
              <a:rPr/>
              <a:t>Thêm screenshot thực tế (chụp từ demo_app.py)</a:t>
            </a:r>
          </a:p>
          <a:p>
            <a:pPr lvl="1"/>
            <a:r>
              <a:rPr/>
              <a:t>Thêm logo UIT, ảnh nhóm</a:t>
            </a:r>
          </a:p>
          <a:p>
            <a:pPr lvl="0" indent="-342900" marL="342900">
              <a:buAutoNum type="arabicPeriod"/>
            </a:pPr>
            <a:r>
              <a:rPr b="1"/>
              <a:t>Chuẩn bị video demo:</a:t>
            </a:r>
          </a:p>
          <a:p>
            <a:pPr lvl="1"/>
            <a:r>
              <a:rPr/>
              <a:t>Quay video demo 2-3 phút</a:t>
            </a:r>
          </a:p>
          <a:p>
            <a:pPr lvl="1"/>
            <a:r>
              <a:rPr/>
              <a:t>Hoặc chuẩn bị live demo (đảm bảo mạng ổn định)</a:t>
            </a:r>
          </a:p>
          <a:p>
            <a:pPr lvl="0" indent="-342900" marL="342900">
              <a:buAutoNum type="arabicPeriod"/>
            </a:pPr>
            <a:r>
              <a:rPr b="1"/>
              <a:t>In phụ kiện:</a:t>
            </a:r>
          </a:p>
          <a:p>
            <a:pPr lvl="1"/>
            <a:r>
              <a:rPr/>
              <a:t>Báo cáo chi tiết (100+ trang)</a:t>
            </a:r>
          </a:p>
          <a:p>
            <a:pPr lvl="1"/>
            <a:r>
              <a:rPr/>
              <a:t>Tài liệu tham khảo</a:t>
            </a:r>
          </a:p>
          <a:p>
            <a:pPr lvl="0" indent="-342900" marL="342900">
              <a:buAutoNum type="arabicPeriod"/>
            </a:pPr>
            <a:r>
              <a:rPr b="1"/>
              <a:t>Phân công thuyết trình:</a:t>
            </a:r>
          </a:p>
          <a:p>
            <a:pPr lvl="1"/>
            <a:r>
              <a:rPr/>
              <a:t>Slide 1-3: Nhóm trưởng (giới thiệu, vấn đề)</a:t>
            </a:r>
          </a:p>
          <a:p>
            <a:pPr lvl="1"/>
            <a:r>
              <a:rPr/>
              <a:t>Slide 4-7: Thành viên 2 (mục tiêu, công nghệ, chức năng)</a:t>
            </a:r>
          </a:p>
          <a:p>
            <a:pPr lvl="1"/>
            <a:r>
              <a:rPr/>
              <a:t>Slide 8-11: Thành viên 3 (giao diện, database)</a:t>
            </a:r>
          </a:p>
          <a:p>
            <a:pPr lvl="1"/>
            <a:r>
              <a:rPr/>
              <a:t>Slide 12-14: Thành viên 4 (hiệu năng, kiểm thử, demo)</a:t>
            </a:r>
          </a:p>
          <a:p>
            <a:pPr lvl="1"/>
            <a:r>
              <a:rPr/>
              <a:t>Slide 15-17: Nhóm trưởng (thách thức, kết quả, Q&amp;A)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Thời gian thuyết trình: 15-20 phút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Giới thiệu: 2 phút</a:t>
            </a:r>
          </a:p>
          <a:p>
            <a:pPr lvl="0"/>
            <a:r>
              <a:rPr/>
              <a:t>Vấn đề &amp; mục tiêu: 2 phút</a:t>
            </a:r>
          </a:p>
          <a:p>
            <a:pPr lvl="0"/>
            <a:r>
              <a:rPr/>
              <a:t>Công nghệ &amp; chức năng: 3 phút</a:t>
            </a:r>
          </a:p>
          <a:p>
            <a:pPr lvl="0"/>
            <a:r>
              <a:rPr/>
              <a:t>Giao diện &amp; database: 3 phút</a:t>
            </a:r>
          </a:p>
          <a:p>
            <a:pPr lvl="0"/>
            <a:r>
              <a:rPr/>
              <a:t>Hiệu năng &amp; kiểm thử: 2 phút</a:t>
            </a:r>
          </a:p>
          <a:p>
            <a:pPr lvl="0"/>
            <a:r>
              <a:rPr/>
              <a:t>Demo: 3 phút</a:t>
            </a:r>
          </a:p>
          <a:p>
            <a:pPr lvl="0"/>
            <a:r>
              <a:rPr/>
              <a:t>Thách thức &amp; kết quả: 2 phút</a:t>
            </a:r>
          </a:p>
          <a:p>
            <a:pPr lvl="0"/>
            <a:r>
              <a:rPr/>
              <a:t>Q&amp;A: 3-5 phút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Tips thuyết trình: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Nói chậm, rõ ràng ✅ Nhìn vào khán giả, không đọc slide ✅ Sử dụng con trỏ laser để chỉ ✅ Chuẩn bị sẵn câu trả lời cho câu hỏi khó ✅ Backup: USB + cloud (Google Drive)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luck! 🍀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2026-05-17T07:03:11Z</dcterms:created>
  <dcterms:modified xsi:type="dcterms:W3CDTF">2026-05-17T07:03:11Z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